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4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4C3A6-1A44-1CB9-42C6-117B26D9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0DC74-7808-ECA0-A2E9-8D130673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752D-571B-D8D2-286F-D1AF4139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0F77-89B8-29F7-8AA8-5FFF293C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5DAB-A2DF-178B-1239-3821DDD7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3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7D90-5A4D-4F80-2C55-955C796F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0AEF1-7430-3EEC-BDEC-DD1B55B8F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6EF5B-D76B-C764-3B98-577C8147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41BD-ED17-4ED0-A217-9C805076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AC35C-788B-9628-0362-EECB47A4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0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F465-3407-71F6-2435-533FB4A5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7A146-0D94-2E30-43F0-94C52D0C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9FB3-A6B9-4A5B-F8CE-8422B699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4B98-A7F6-6E16-62FE-FBACA2E1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015E7-3221-6C7D-200A-22A96261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57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9A43-3066-6D62-A112-3EA8E5AD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C6240-1903-44A9-07DB-4364F54D7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5B521-0591-03D9-44FE-686E7BE81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69DD5-22C0-C7C7-A4E9-DC2C867A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D698F-FE4A-16F9-4E69-22B26B46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68EB9-E4F1-7CBD-FA6A-A0E61493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96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B517-FE61-A00E-299C-26B2FCA1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86832-CC98-38B2-E214-673CC96C3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FCC7F-DBA6-4854-4DC7-4116A0FC6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F2E79-3601-ACAA-AB04-026CF4ABE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67AEB-B296-9472-BFE1-395EFCB2D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0D7D0-9405-4BF9-3BB5-9DAA2763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45ADF-7ED2-3AAC-42D1-E009EFF9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0A041-A0AC-57F4-E7C1-872276A6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882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D9B5-FA5A-B68E-BD1B-3CC64498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3ED37-19BC-8AC4-4A01-DDCE433BC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A3DB8-FE82-FA86-FE4A-3D95D0E9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56C16-63B3-CFE0-ABF7-1E025C72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65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0D904-D3F1-9B2B-CB81-2EED634E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30595-F5F1-EEFC-51C9-F14511BC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D2517-F14A-A94A-4BA2-A76F19FB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74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511E-D5CD-103B-CC39-0E923B5B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85CBA-BFD3-8B91-13FB-07A333B11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7F344-495C-76D2-1F9D-237A1A988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D6D1C-DCD3-7DEF-ABA4-B737155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FDD57-818C-A049-E25D-1E733C80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32C6B-9EEA-3507-AB57-B9ECE5F0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40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75B0-29DC-E1E8-1B33-4C4551B8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1B234-948C-3829-5135-6F89711D0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5D679-BEE2-6867-64E7-F0FD30507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9FC74-3FA1-CF12-C83E-65A3D58D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8CCFF-F541-AB84-FC08-89B4CB16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59564-3616-7410-6615-4F21A964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9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C60B-2DF9-D816-F69F-CA87C748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82D5D-1B9C-F299-0C7F-A2605BD5D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4B11-7AF9-0EFB-F004-2771185F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7DDCE-7206-3304-9996-28221E15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047C7-65A6-7FC6-902B-60E09609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1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4E03D-ECAE-D739-9626-64AC403A1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25880-49FC-92F0-BAB2-B226184C6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93BA-F81F-50A8-6D0A-F10D46F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5B357-1BE8-0B9A-60E7-81A35395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5382F-37FC-EE80-6502-8C8AF7A1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8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B1DC8-DF2A-5516-D803-E7C55A52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A0DBB-D70A-5844-A99C-496DDA715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08E00-BEEC-DB92-F938-F10C00973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754ED-1DBA-4AA0-A607-5869EAB51652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AEEF-36EC-4868-2CFD-2979D4953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3431A-309E-1BAF-B533-E3BE23B5D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1ADBE-6CA4-4FE0-96E8-8375491F8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42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AC6A-52AD-D63A-98FC-5EA68B5E2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Congenial Black" panose="020F0502020204030204" pitchFamily="2" charset="0"/>
              </a:rPr>
              <a:t>Internship 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388E4-C73A-1A0B-8433-8738400F6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M 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Data Scientist – Intern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Société Générale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Feb 12 - Present</a:t>
            </a:r>
          </a:p>
        </p:txBody>
      </p:sp>
    </p:spTree>
    <p:extLst>
      <p:ext uri="{BB962C8B-B14F-4D97-AF65-F5344CB8AC3E}">
        <p14:creationId xmlns:p14="http://schemas.microsoft.com/office/powerpoint/2010/main" val="24760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DB69-964C-2A6E-8CB3-C2B2B362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" y="0"/>
            <a:ext cx="10997665" cy="1325563"/>
          </a:xfrm>
        </p:spPr>
        <p:txBody>
          <a:bodyPr>
            <a:normAutofit/>
          </a:bodyPr>
          <a:lstStyle/>
          <a:p>
            <a:r>
              <a:rPr lang="en-IN" sz="3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ME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DB03-25A0-1E2B-F6FD-FC7566BFF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" y="960120"/>
            <a:ext cx="10862912" cy="457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</a:p>
          <a:p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Year B.Tech – AI &amp; Data Science, Madras Institute of Technology, Anna University</a:t>
            </a:r>
          </a:p>
          <a:p>
            <a:pPr marL="0" indent="0">
              <a:buNone/>
            </a:pPr>
            <a:r>
              <a:rPr lang="en-IN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Skills</a:t>
            </a:r>
          </a:p>
          <a:p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Learning, Deep Learning, Natural Language Processing</a:t>
            </a:r>
          </a:p>
          <a:p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Transformers, Large Language Models (LLMs)</a:t>
            </a:r>
          </a:p>
          <a:p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Analysis, Statistical Analysis</a:t>
            </a:r>
          </a:p>
          <a:p>
            <a:pPr marL="0" indent="0">
              <a:buNone/>
            </a:pP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Exposure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Girl Hackathon 2025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ICDEC 2024 Conference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IIT Bombay FOSSEE Mapathon 2023</a:t>
            </a:r>
          </a:p>
          <a:p>
            <a:pPr marL="0" indent="0">
              <a:buNone/>
            </a:pP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Strengths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Thinking, Leadership, Collaborative Mindset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inclination towards exploration and continuous learning, and technical curiosity</a:t>
            </a:r>
          </a:p>
          <a:p>
            <a:pPr marL="0" indent="0">
              <a:buNone/>
            </a:pPr>
            <a:r>
              <a:rPr lang="en-US"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Languages</a:t>
            </a:r>
          </a:p>
          <a:p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English, Tamil, Telugu | Basic: Hindi, French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48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A0C48-7574-BE57-62DB-EF88B3E87E7F}"/>
              </a:ext>
            </a:extLst>
          </p:cNvPr>
          <p:cNvSpPr txBox="1"/>
          <p:nvPr/>
        </p:nvSpPr>
        <p:spPr>
          <a:xfrm>
            <a:off x="286351" y="352400"/>
            <a:ext cx="10878954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1 (Feb – Mar) : Project Understanding, Exploration and Impact (Jarvis)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3AD33-C8E2-9591-8728-DCCFBE18411C}"/>
              </a:ext>
            </a:extLst>
          </p:cNvPr>
          <p:cNvSpPr txBox="1"/>
          <p:nvPr/>
        </p:nvSpPr>
        <p:spPr>
          <a:xfrm>
            <a:off x="286350" y="726068"/>
            <a:ext cx="11158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Understood</a:t>
            </a:r>
          </a:p>
          <a:p>
            <a:pPr fontAlgn="t">
              <a:buNone/>
            </a:pPr>
            <a:endParaRPr lang="en-US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Jarvis focuses on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non-productive alerts 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communication surveillance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on-productive alerts increase analyst workload and reduce efficiency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requires: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understanding of long-form conversational text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preprocessing and scalable embedding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Careful handling of class imbalance to avoid biased predictions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Explainable Models for analyst trust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3090C-111D-BF99-1741-CBCE55447455}"/>
              </a:ext>
            </a:extLst>
          </p:cNvPr>
          <p:cNvSpPr txBox="1"/>
          <p:nvPr/>
        </p:nvSpPr>
        <p:spPr>
          <a:xfrm>
            <a:off x="286350" y="3263565"/>
            <a:ext cx="10638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Did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None/>
            </a:pPr>
            <a:endParaRPr lang="en-US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chat‑based communication surveillance data and alert structures to understand problem context Designed and implemented a proxy dataset using Amazon Fashion data to simulate production‑level constraints 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Preprocessed and standardized raw textual data for modeling consistency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end‑to‑end machine learning pipelines, including: 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 using TF‑IDF and transformer‑based embeddings (</a:t>
            </a:r>
            <a:r>
              <a:rPr lang="en-US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Finmpnet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DeBerta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training, validation, and evaluation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systematic comparisons across multiple models and data strategies to assess performance trade‑offs</a:t>
            </a:r>
          </a:p>
          <a:p>
            <a:pPr fontAlgn="t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88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1584C-F0A5-6BF4-5B58-94A2C8115AF8}"/>
              </a:ext>
            </a:extLst>
          </p:cNvPr>
          <p:cNvSpPr txBox="1"/>
          <p:nvPr/>
        </p:nvSpPr>
        <p:spPr>
          <a:xfrm>
            <a:off x="510140" y="1087655"/>
            <a:ext cx="104530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Explored</a:t>
            </a:r>
          </a:p>
          <a:p>
            <a:pPr fontAlgn="t">
              <a:lnSpc>
                <a:spcPct val="100000"/>
              </a:lnSpc>
              <a:buNone/>
            </a:pPr>
            <a:endParaRPr lang="en-IN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ML vs embedding‑based NLP approaches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models (</a:t>
            </a:r>
            <a:r>
              <a:rPr lang="en-IN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FinMPNet</a:t>
            </a: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DeBERTa</a:t>
            </a: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Dimensionality reduction (UMAP, PCA)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 and topic </a:t>
            </a:r>
            <a:r>
              <a:rPr lang="en-IN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(K‑Means, HDBSCAN)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Effects of SMOTE and feature variations on performance</a:t>
            </a:r>
          </a:p>
          <a:p>
            <a:pPr fontAlgn="t">
              <a:lnSpc>
                <a:spcPct val="100000"/>
              </a:lnSpc>
              <a:buNone/>
            </a:pPr>
            <a:endParaRPr lang="en-IN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Faced</a:t>
            </a:r>
          </a:p>
          <a:p>
            <a:pPr fontAlgn="t">
              <a:lnSpc>
                <a:spcPct val="100000"/>
              </a:lnSpc>
              <a:buNone/>
            </a:pPr>
            <a:endParaRPr lang="en-IN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access to production Bloomberg data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class imbalance in alerts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Ambiguous real‑world problem definitions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sensitivity to preprocessing and features</a:t>
            </a:r>
          </a:p>
          <a:p>
            <a:pPr fontAlgn="t">
              <a:lnSpc>
                <a:spcPct val="100000"/>
              </a:lnSpc>
              <a:buNone/>
            </a:pPr>
            <a:endParaRPr lang="en-IN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EA1FD-CBE0-4A24-0635-9A86B2B1340F}"/>
              </a:ext>
            </a:extLst>
          </p:cNvPr>
          <p:cNvSpPr txBox="1"/>
          <p:nvPr/>
        </p:nvSpPr>
        <p:spPr>
          <a:xfrm>
            <a:off x="510140" y="622543"/>
            <a:ext cx="8287352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1: Project Understanding, Exploration and Impact (Jarvis)</a:t>
            </a:r>
          </a:p>
        </p:txBody>
      </p:sp>
    </p:spTree>
    <p:extLst>
      <p:ext uri="{BB962C8B-B14F-4D97-AF65-F5344CB8AC3E}">
        <p14:creationId xmlns:p14="http://schemas.microsoft.com/office/powerpoint/2010/main" val="426900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2535A4-5CA9-3096-73D1-9C250C5BCD3D}"/>
              </a:ext>
            </a:extLst>
          </p:cNvPr>
          <p:cNvSpPr txBox="1"/>
          <p:nvPr/>
        </p:nvSpPr>
        <p:spPr>
          <a:xfrm>
            <a:off x="510140" y="1115228"/>
            <a:ext cx="85592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 Overcame Them</a:t>
            </a:r>
          </a:p>
          <a:p>
            <a:pPr fontAlgn="t">
              <a:buNone/>
            </a:pPr>
            <a:endParaRPr lang="en-IN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production‑like proxy dataset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SMOTE and evaluated balanced vs unbalanced setups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 controlled experiments across multiple pipelines of ML models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explainability (SHAP) to understand model </a:t>
            </a:r>
            <a:r>
              <a:rPr lang="en-IN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endParaRPr lang="en-IN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Sought guidance and iterated systematically</a:t>
            </a:r>
          </a:p>
          <a:p>
            <a:pPr fontAlgn="t">
              <a:buNone/>
            </a:pPr>
            <a:endParaRPr lang="en-US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Learned</a:t>
            </a:r>
          </a:p>
          <a:p>
            <a:pPr fontAlgn="t">
              <a:buNone/>
            </a:pPr>
            <a:endParaRPr lang="en-US" b="1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Data quality drives model success more than complexity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Imbalance can silently bias predictions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Embeddings capture intent better than surface text features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No single “best” model — experimentation is essential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Interpretability is critical in surveillance systems</a:t>
            </a:r>
          </a:p>
          <a:p>
            <a:pPr fontAlgn="t">
              <a:buNone/>
            </a:pPr>
            <a:b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95C28-0BCE-A950-38E3-74124BDCE7F5}"/>
              </a:ext>
            </a:extLst>
          </p:cNvPr>
          <p:cNvSpPr txBox="1"/>
          <p:nvPr/>
        </p:nvSpPr>
        <p:spPr>
          <a:xfrm>
            <a:off x="510140" y="622543"/>
            <a:ext cx="8287352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1: Project Understanding, Exploration and Impact (Jarvis)</a:t>
            </a:r>
          </a:p>
        </p:txBody>
      </p:sp>
    </p:spTree>
    <p:extLst>
      <p:ext uri="{BB962C8B-B14F-4D97-AF65-F5344CB8AC3E}">
        <p14:creationId xmlns:p14="http://schemas.microsoft.com/office/powerpoint/2010/main" val="210027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F69A6C-3DD5-8136-DC27-0B1B221EF7C6}"/>
              </a:ext>
            </a:extLst>
          </p:cNvPr>
          <p:cNvSpPr txBox="1"/>
          <p:nvPr/>
        </p:nvSpPr>
        <p:spPr>
          <a:xfrm>
            <a:off x="391427" y="671691"/>
            <a:ext cx="1132893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Understood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False‑positive reduction heavily depends on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conversations are represented semantically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Simple embeddings may capture keywords, but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 intent, context, and subtle risk signals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Different embedding pipelines behave very differently depending on: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length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 style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specificity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 and imbalance</a:t>
            </a:r>
          </a:p>
          <a:p>
            <a:pPr fontAlgn="t">
              <a:buNone/>
            </a:pP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Did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Studied and implemented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text representation pipelines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TF‑IDF with n‑grams and Pos tags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BM25, LSA, Doc2Vec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Phrase Mining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FastText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‑based embeddings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Built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centroid‑based similarity frameworks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compare high‑rating vs low‑rating behavior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Designed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pipelines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chat risk ranking and anomaly detection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Evaluated embedding quality using: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Similarity scoring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 behavior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(PCA / UMAP)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Nearest‑neighbor sanity checks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55391-0805-A2FC-D41E-FD67C069292B}"/>
              </a:ext>
            </a:extLst>
          </p:cNvPr>
          <p:cNvSpPr txBox="1"/>
          <p:nvPr/>
        </p:nvSpPr>
        <p:spPr>
          <a:xfrm>
            <a:off x="391427" y="308008"/>
            <a:ext cx="11038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2 (Mar – Apr): Exploring Embedding Pipelines for Semantic Understanding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1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C624A7-5E84-C716-905E-6F4FE1688799}"/>
              </a:ext>
            </a:extLst>
          </p:cNvPr>
          <p:cNvSpPr txBox="1"/>
          <p:nvPr/>
        </p:nvSpPr>
        <p:spPr>
          <a:xfrm>
            <a:off x="488482" y="612844"/>
            <a:ext cx="110786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 Explored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Phrase mining to preserve multi‑word intent in conversations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Training domain‑specific </a:t>
            </a:r>
            <a:r>
              <a:rPr lang="en-IN" dirty="0" err="1"/>
              <a:t>FastText</a:t>
            </a:r>
            <a:r>
              <a:rPr lang="en-IN" dirty="0"/>
              <a:t> embeddings from scratch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Sentence / chat‑level embeddings using SIF (Smooth Inverse Frequency)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Improvements using principal component removal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Multiple grouping strategies: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Agglomerative clustering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Anomaly detection (Isolation Forest)</a:t>
            </a:r>
          </a:p>
          <a:p>
            <a:r>
              <a:rPr lang="en-IN" dirty="0"/>
              <a:t>Signal fusion techniques to combine: (Final Score)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Global anomalies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Cluster rarity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Distance‑based deviations</a:t>
            </a:r>
          </a:p>
          <a:p>
            <a:br>
              <a:rPr lang="en-IN" dirty="0"/>
            </a:br>
            <a:r>
              <a:rPr lang="en-IN" b="1" dirty="0"/>
              <a:t>Problems Faced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Bag‑of‑words methods losing context and word order(SIF)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Very high similarity scores masking true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Difficulty separating borderline vs truly negative conversations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Trade‑offs between explainability and semantic richness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E452A-2475-5EC4-2F06-535EAF2E0715}"/>
              </a:ext>
            </a:extLst>
          </p:cNvPr>
          <p:cNvSpPr txBox="1"/>
          <p:nvPr/>
        </p:nvSpPr>
        <p:spPr>
          <a:xfrm>
            <a:off x="488482" y="201412"/>
            <a:ext cx="1092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2: Exploring Embedding Pipelines for Semantic Understanding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21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DB0827-0E60-C570-FA48-E6590BBAE624}"/>
              </a:ext>
            </a:extLst>
          </p:cNvPr>
          <p:cNvSpPr txBox="1"/>
          <p:nvPr/>
        </p:nvSpPr>
        <p:spPr>
          <a:xfrm>
            <a:off x="546233" y="490170"/>
            <a:ext cx="92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 2: Exploring Embedding Pipelines for Semantic Understanding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09D50-97D9-6A1F-C926-038EEA22A2BA}"/>
              </a:ext>
            </a:extLst>
          </p:cNvPr>
          <p:cNvSpPr txBox="1"/>
          <p:nvPr/>
        </p:nvSpPr>
        <p:spPr>
          <a:xfrm>
            <a:off x="546233" y="1104692"/>
            <a:ext cx="108476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 Overcame Them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Introduced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phrase‑aware preprocessing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preserve intent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Compared centroid‑based vs embedding‑based similarity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Used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SIF + PC removal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noise from frequent terms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Validated embeddings through sanity checks before modeling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Analyzed failure cases instead of relying only on metrics</a:t>
            </a:r>
          </a:p>
          <a:p>
            <a:pPr fontAlgn="t">
              <a:buNone/>
            </a:pP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Learned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Representation choice impacts results more than model choice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FastText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captures domain language but lacks sentence‑level context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Embedding geometry must be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for clustering and ranking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No single embedding is perfect — 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limitations matters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84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31681-CDB4-2654-ECD7-DF15C99522DE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77063D03-42D4-24C0-058B-D0BEBB873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2060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824</Words>
  <Application>Microsoft Office PowerPoint</Application>
  <PresentationFormat>Widescreen</PresentationFormat>
  <Paragraphs>126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Congenial Black</vt:lpstr>
      <vt:lpstr>Times New Roman</vt:lpstr>
      <vt:lpstr>Office Theme</vt:lpstr>
      <vt:lpstr>Internship Progress Presentation</vt:lpstr>
      <vt:lpstr>ABOUT 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 NAGAIAH Ramya GSCIN-DAI-PDL-CPLE-PRI</dc:creator>
  <cp:lastModifiedBy>MARU NAGAIAH Ramya GSCIN-DAI-PDL-CPLE-PRI</cp:lastModifiedBy>
  <cp:revision>7</cp:revision>
  <dcterms:created xsi:type="dcterms:W3CDTF">2026-04-17T09:38:38Z</dcterms:created>
  <dcterms:modified xsi:type="dcterms:W3CDTF">2026-05-03T03:31:50Z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01b303-ecb1-4a9d-936a-70858c2d9a3e_Enabled">
    <vt:lpwstr>true</vt:lpwstr>
  </property>
  <property fmtid="{D5CDD505-2E9C-101B-9397-08002B2CF9AE}" pid="3" name="MSIP_Label_a401b303-ecb1-4a9d-936a-70858c2d9a3e_SetDate">
    <vt:lpwstr>2026-04-17T11:26:20Z</vt:lpwstr>
  </property>
  <property fmtid="{D5CDD505-2E9C-101B-9397-08002B2CF9AE}" pid="4" name="MSIP_Label_a401b303-ecb1-4a9d-936a-70858c2d9a3e_Method">
    <vt:lpwstr>Privileged</vt:lpwstr>
  </property>
  <property fmtid="{D5CDD505-2E9C-101B-9397-08002B2CF9AE}" pid="5" name="MSIP_Label_a401b303-ecb1-4a9d-936a-70858c2d9a3e_Name">
    <vt:lpwstr>a401b303-ecb1-4a9d-936a-70858c2d9a3e</vt:lpwstr>
  </property>
  <property fmtid="{D5CDD505-2E9C-101B-9397-08002B2CF9AE}" pid="6" name="MSIP_Label_a401b303-ecb1-4a9d-936a-70858c2d9a3e_SiteId">
    <vt:lpwstr>c9a7d621-4bc4-4407-b730-f428e656aa9e</vt:lpwstr>
  </property>
  <property fmtid="{D5CDD505-2E9C-101B-9397-08002B2CF9AE}" pid="7" name="MSIP_Label_a401b303-ecb1-4a9d-936a-70858c2d9a3e_ActionId">
    <vt:lpwstr>d12f0fef-5057-4ea6-8a82-fcd31ff7f390</vt:lpwstr>
  </property>
  <property fmtid="{D5CDD505-2E9C-101B-9397-08002B2CF9AE}" pid="8" name="MSIP_Label_a401b303-ecb1-4a9d-936a-70858c2d9a3e_ContentBits">
    <vt:lpwstr>0</vt:lpwstr>
  </property>
</Properties>
</file>